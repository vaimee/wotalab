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8" r:id="rId4"/>
    <p:sldId id="259" r:id="rId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8C004D-CCB4-A55C-F13B-29F10C3E7C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E9381293-B04B-AC8A-7C42-FF15653745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BA07276-BD0C-B640-3714-A3DA428B4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4F906-4B03-40B6-AED1-2D8EF6A2BAF7}" type="datetimeFigureOut">
              <a:rPr lang="it-IT" smtClean="0"/>
              <a:t>28/10/2025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3037738-9676-DD81-848F-F0E9CA33D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36D0C33-38B3-2D7E-6B73-74DC9339B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E5513-8C69-4DD0-8DEF-5F68FA7B294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07739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853F356-C43D-6C8B-21B4-F92FC472F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8C2D1AD-DFC4-FDD2-946A-0A52C8D9C1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C51624E-3D55-7B83-0A5F-91DCB0CCB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4F906-4B03-40B6-AED1-2D8EF6A2BAF7}" type="datetimeFigureOut">
              <a:rPr lang="it-IT" smtClean="0"/>
              <a:t>28/10/2025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5D419EC-EBD4-3E31-8359-41849459D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B1C5952-5F74-B1E1-54E1-6B8AFECD3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E5513-8C69-4DD0-8DEF-5F68FA7B294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71189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8002B6D-17A7-8F0E-D88B-D3E897DF9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967F644-930C-6880-A871-BC8887E091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56CC293-C809-F269-AD0F-35D0133E8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4F906-4B03-40B6-AED1-2D8EF6A2BAF7}" type="datetimeFigureOut">
              <a:rPr lang="it-IT" smtClean="0"/>
              <a:t>28/10/2025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ED89E5C-0C75-1762-F794-EE6FC1517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78B3997-2843-3F07-4608-2945276D3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E5513-8C69-4DD0-8DEF-5F68FA7B294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2612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A6750A9-4B38-FE42-F234-3506A932D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ACF69AA-8282-AC56-8884-DE1CDB284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64B503C-5CE2-AE08-62D5-AB1E3710B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A897737-C54C-E805-8595-E008700FB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4F906-4B03-40B6-AED1-2D8EF6A2BAF7}" type="datetimeFigureOut">
              <a:rPr lang="it-IT" smtClean="0"/>
              <a:t>28/10/2025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E85449C-1272-5BC7-80F6-E3C21A306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E201ED6-F85B-AB99-5B15-5CAB912DA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E5513-8C69-4DD0-8DEF-5F68FA7B294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84371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4E92FBC-AE68-3A3F-D1C7-AB7287327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85C08EE-2779-83DE-8915-5CE702E236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2B8CA25-4598-B3EF-39F9-16E8A81E10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ACB15A44-ABF1-9013-CFF5-509B9DC368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FD9EEB28-FA19-A390-4467-81334EB10E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BA01D946-B9BC-697A-AA69-93A7D3617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4F906-4B03-40B6-AED1-2D8EF6A2BAF7}" type="datetimeFigureOut">
              <a:rPr lang="it-IT" smtClean="0"/>
              <a:t>28/10/2025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9EC1B604-9741-FCF0-572A-EE46D479B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1549DFC8-E68B-BA14-78CF-D5F490CE7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E5513-8C69-4DD0-8DEF-5F68FA7B294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44538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9E4460E-7305-3EE5-50E5-6BADBD235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73B8D87-6D0F-6A68-C1AA-B9AA35944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4F906-4B03-40B6-AED1-2D8EF6A2BAF7}" type="datetimeFigureOut">
              <a:rPr lang="it-IT" smtClean="0"/>
              <a:t>28/10/2025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3B55B06-E18C-66A2-684D-08A608CA5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78B8281-77F9-221C-B746-19DF3B452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E5513-8C69-4DD0-8DEF-5F68FA7B294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33696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CDBD2B9F-722E-0F55-E0CF-9E5FD02B1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4F906-4B03-40B6-AED1-2D8EF6A2BAF7}" type="datetimeFigureOut">
              <a:rPr lang="it-IT" smtClean="0"/>
              <a:t>28/10/2025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75C4C7CB-1F2D-1C28-AB14-A2AC51B05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7140F31-9C78-41E8-1070-8494280D4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E5513-8C69-4DD0-8DEF-5F68FA7B294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43108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EB1F8CF-1005-7A08-29F8-CC4BF763F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5C114AE-C723-8134-1762-BA08DC0C57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26E155-5E89-2A84-3AA5-200AAF96C5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B382F3F-E679-62D4-D7F5-21A6F3A8F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4F906-4B03-40B6-AED1-2D8EF6A2BAF7}" type="datetimeFigureOut">
              <a:rPr lang="it-IT" smtClean="0"/>
              <a:t>28/10/2025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363717F-AA24-359D-C5F4-A493D2E13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7786FBC-E2CD-01A0-27B4-F27BC47A2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E5513-8C69-4DD0-8DEF-5F68FA7B294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82305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2ECC9FE-77AF-1881-07A2-2A74D3B78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8D4CC60B-6290-B4E7-EC11-6D517970F6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17491BD-1862-689D-D9C8-19C20C4FDA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4DF48CE-7BFC-058E-41D8-E394ADA83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4F906-4B03-40B6-AED1-2D8EF6A2BAF7}" type="datetimeFigureOut">
              <a:rPr lang="it-IT" smtClean="0"/>
              <a:t>28/10/2025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836F826-7CC7-C479-123D-A0E0020BA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AC763CA-2F2A-9432-6F6F-BEE2A6FBC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E5513-8C69-4DD0-8DEF-5F68FA7B294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44639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1F9CB82-4EED-7196-403F-9982284F7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BF08EBB-FB8A-A5C7-9572-65FF0CCCC1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280E0C0-F79F-0089-5FE5-64369CC44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4F906-4B03-40B6-AED1-2D8EF6A2BAF7}" type="datetimeFigureOut">
              <a:rPr lang="it-IT" smtClean="0"/>
              <a:t>28/10/2025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63EA3BB-F827-6729-A6A6-E965088CD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A54B31C-C68D-DFF1-1EA6-3D9A09286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E5513-8C69-4DD0-8DEF-5F68FA7B294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45240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E9DBB667-A08F-748D-4974-F4D6A58783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F3AE2073-36F9-B897-8BFC-D338C8E2DA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7DE4D5F-AB76-6C3F-58D8-7FE1884C4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4F906-4B03-40B6-AED1-2D8EF6A2BAF7}" type="datetimeFigureOut">
              <a:rPr lang="it-IT" smtClean="0"/>
              <a:t>28/10/2025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7518AA5-64D1-9AB0-F5DB-81AB0D625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8DECCB8-BCAF-CB34-60ED-761B52B7C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E5513-8C69-4DD0-8DEF-5F68FA7B294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8998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9AD999DB-A31E-AA19-8932-A88C84CBD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75E0BDD-D153-4DFA-9062-328B7F2BCB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F40F33F-904B-0625-CDBD-8A7220314A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E4F906-4B03-40B6-AED1-2D8EF6A2BAF7}" type="datetimeFigureOut">
              <a:rPr lang="it-IT" smtClean="0"/>
              <a:t>28/10/2025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80C98AF-9E72-0EA6-289E-8FD5848255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D14ED4D-A137-6DF0-1915-CBCEB0FECE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CE5513-8C69-4DD0-8DEF-5F68FA7B294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19416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EA81858-74CB-0B13-5072-E73B6A1550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836794"/>
          </a:xfrm>
        </p:spPr>
        <p:txBody>
          <a:bodyPr/>
          <a:lstStyle/>
          <a:p>
            <a:r>
              <a:rPr lang="it-IT" dirty="0"/>
              <a:t>WOT LAB 2025-10-28</a:t>
            </a:r>
          </a:p>
        </p:txBody>
      </p:sp>
    </p:spTree>
    <p:extLst>
      <p:ext uri="{BB962C8B-B14F-4D97-AF65-F5344CB8AC3E}">
        <p14:creationId xmlns:p14="http://schemas.microsoft.com/office/powerpoint/2010/main" val="1085371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D1130B3-E204-A809-3A6B-17ED3BE5E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Definitions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B0FBFA8-B43B-EC60-F545-891F4FB2F5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/>
              <a:t>Some base </a:t>
            </a:r>
            <a:r>
              <a:rPr lang="it-IT" dirty="0" err="1"/>
              <a:t>definitions</a:t>
            </a:r>
            <a:r>
              <a:rPr lang="it-IT" dirty="0"/>
              <a:t>:</a:t>
            </a:r>
          </a:p>
          <a:p>
            <a:pPr marL="0" indent="0">
              <a:buNone/>
            </a:pPr>
            <a:r>
              <a:rPr lang="it-IT" dirty="0"/>
              <a:t>- The device </a:t>
            </a:r>
            <a:r>
              <a:rPr lang="it-IT" dirty="0" err="1"/>
              <a:t>represents</a:t>
            </a:r>
            <a:r>
              <a:rPr lang="it-IT" dirty="0"/>
              <a:t> the </a:t>
            </a:r>
            <a:r>
              <a:rPr lang="it-IT" i="1" dirty="0" err="1"/>
              <a:t>Physical</a:t>
            </a:r>
            <a:r>
              <a:rPr lang="it-IT" i="1" dirty="0"/>
              <a:t> </a:t>
            </a:r>
            <a:r>
              <a:rPr lang="it-IT" i="1" dirty="0" err="1"/>
              <a:t>Thing</a:t>
            </a:r>
            <a:r>
              <a:rPr lang="it-IT" dirty="0"/>
              <a:t>.</a:t>
            </a:r>
            <a:br>
              <a:rPr lang="it-IT" dirty="0"/>
            </a:br>
            <a:r>
              <a:rPr lang="it-IT" dirty="0"/>
              <a:t>- The laptop </a:t>
            </a:r>
            <a:r>
              <a:rPr lang="it-IT" dirty="0" err="1"/>
              <a:t>behaves</a:t>
            </a:r>
            <a:r>
              <a:rPr lang="it-IT" dirty="0"/>
              <a:t> as an </a:t>
            </a:r>
            <a:r>
              <a:rPr lang="it-IT" i="1" dirty="0"/>
              <a:t>Edge Gateway</a:t>
            </a:r>
            <a:r>
              <a:rPr lang="it-IT" dirty="0"/>
              <a:t>, </a:t>
            </a:r>
            <a:r>
              <a:rPr lang="it-IT" dirty="0" err="1"/>
              <a:t>implementing</a:t>
            </a:r>
            <a:r>
              <a:rPr lang="it-IT" dirty="0"/>
              <a:t> a </a:t>
            </a:r>
            <a:r>
              <a:rPr lang="it-IT" i="1" dirty="0" err="1"/>
              <a:t>WoT</a:t>
            </a:r>
            <a:r>
              <a:rPr lang="it-IT" i="1" dirty="0"/>
              <a:t> </a:t>
            </a:r>
            <a:r>
              <a:rPr lang="it-IT" i="1" dirty="0" err="1"/>
              <a:t>Servient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exposes</a:t>
            </a:r>
            <a:r>
              <a:rPr lang="it-IT" dirty="0"/>
              <a:t> an </a:t>
            </a:r>
            <a:r>
              <a:rPr lang="it-IT" i="1" dirty="0" err="1"/>
              <a:t>Exposed</a:t>
            </a:r>
            <a:r>
              <a:rPr lang="it-IT" i="1" dirty="0"/>
              <a:t> </a:t>
            </a:r>
            <a:r>
              <a:rPr lang="it-IT" i="1" dirty="0" err="1"/>
              <a:t>Thing</a:t>
            </a:r>
            <a:r>
              <a:rPr lang="it-IT" dirty="0"/>
              <a:t> with its </a:t>
            </a:r>
            <a:r>
              <a:rPr lang="it-IT" i="1" dirty="0" err="1"/>
              <a:t>Thing</a:t>
            </a:r>
            <a:r>
              <a:rPr lang="it-IT" i="1" dirty="0"/>
              <a:t> </a:t>
            </a:r>
            <a:r>
              <a:rPr lang="it-IT" i="1" dirty="0" err="1"/>
              <a:t>Description</a:t>
            </a:r>
            <a:r>
              <a:rPr lang="it-IT" dirty="0"/>
              <a:t>.</a:t>
            </a:r>
            <a:br>
              <a:rPr lang="it-IT" dirty="0"/>
            </a:br>
            <a:r>
              <a:rPr lang="it-IT" dirty="0"/>
              <a:t>- The client in the cloud </a:t>
            </a:r>
            <a:r>
              <a:rPr lang="it-IT" dirty="0" err="1"/>
              <a:t>consumes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TD as </a:t>
            </a:r>
            <a:r>
              <a:rPr lang="it-IT" i="1" dirty="0" err="1"/>
              <a:t>Consumed</a:t>
            </a:r>
            <a:r>
              <a:rPr lang="it-IT" i="1" dirty="0"/>
              <a:t> </a:t>
            </a:r>
            <a:r>
              <a:rPr lang="it-IT" i="1" dirty="0" err="1"/>
              <a:t>Thing</a:t>
            </a:r>
            <a:r>
              <a:rPr lang="it-IT" dirty="0"/>
              <a:t>, </a:t>
            </a:r>
            <a:r>
              <a:rPr lang="it-IT" dirty="0" err="1"/>
              <a:t>interacting</a:t>
            </a:r>
            <a:r>
              <a:rPr lang="it-IT" dirty="0"/>
              <a:t> with the </a:t>
            </a:r>
            <a:r>
              <a:rPr lang="it-IT" dirty="0" err="1"/>
              <a:t>standardized</a:t>
            </a:r>
            <a:r>
              <a:rPr lang="it-IT" dirty="0"/>
              <a:t> </a:t>
            </a:r>
            <a:r>
              <a:rPr lang="it-IT" dirty="0" err="1"/>
              <a:t>WoT</a:t>
            </a:r>
            <a:r>
              <a:rPr lang="it-IT" dirty="0"/>
              <a:t> </a:t>
            </a:r>
            <a:r>
              <a:rPr lang="it-IT" dirty="0" err="1"/>
              <a:t>interfaces</a:t>
            </a:r>
            <a:r>
              <a:rPr lang="it-IT" dirty="0"/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2157907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0064CC8-66D7-E72A-106E-276FA61AC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Architecture </a:t>
            </a:r>
            <a:r>
              <a:rPr lang="it-IT" dirty="0" err="1"/>
              <a:t>scheme</a:t>
            </a:r>
            <a:endParaRPr lang="it-IT" dirty="0"/>
          </a:p>
        </p:txBody>
      </p:sp>
      <p:pic>
        <p:nvPicPr>
          <p:cNvPr id="5" name="Segnaposto contenuto 4" descr="Immagine che contiene testo, diagramma, schermata, Piano&#10;&#10;Il contenuto generato dall'IA potrebbe non essere corretto.">
            <a:extLst>
              <a:ext uri="{FF2B5EF4-FFF2-40B4-BE49-F238E27FC236}">
                <a16:creationId xmlns:a16="http://schemas.microsoft.com/office/drawing/2014/main" id="{EF3850C3-4B3A-E6C7-D127-6585FE3E91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7380" y="1690688"/>
            <a:ext cx="7025257" cy="4415561"/>
          </a:xfrm>
        </p:spPr>
      </p:pic>
    </p:spTree>
    <p:extLst>
      <p:ext uri="{BB962C8B-B14F-4D97-AF65-F5344CB8AC3E}">
        <p14:creationId xmlns:p14="http://schemas.microsoft.com/office/powerpoint/2010/main" val="4075030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F537E32-75AF-4F1A-D45B-4F4ACF1AE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Wot</a:t>
            </a:r>
            <a:r>
              <a:rPr lang="it-IT" dirty="0"/>
              <a:t> </a:t>
            </a:r>
            <a:r>
              <a:rPr lang="it-IT" dirty="0" err="1"/>
              <a:t>lamp</a:t>
            </a:r>
            <a:endParaRPr lang="it-IT" dirty="0"/>
          </a:p>
        </p:txBody>
      </p:sp>
      <p:pic>
        <p:nvPicPr>
          <p:cNvPr id="5" name="Segnaposto contenuto 4" descr="Immagine che contiene testo, diagramma, schizzo, Rettangolo&#10;&#10;Il contenuto generato dall'IA potrebbe non essere corretto.">
            <a:extLst>
              <a:ext uri="{FF2B5EF4-FFF2-40B4-BE49-F238E27FC236}">
                <a16:creationId xmlns:a16="http://schemas.microsoft.com/office/drawing/2014/main" id="{42EA7919-627A-70D5-A4BC-8568EC84D2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7580" y="1388246"/>
            <a:ext cx="7844099" cy="4746206"/>
          </a:xfrm>
        </p:spPr>
      </p:pic>
    </p:spTree>
    <p:extLst>
      <p:ext uri="{BB962C8B-B14F-4D97-AF65-F5344CB8AC3E}">
        <p14:creationId xmlns:p14="http://schemas.microsoft.com/office/powerpoint/2010/main" val="23695402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65</Words>
  <Application>Microsoft Office PowerPoint</Application>
  <PresentationFormat>Widescreen</PresentationFormat>
  <Paragraphs>6</Paragraphs>
  <Slides>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Tema di Office</vt:lpstr>
      <vt:lpstr>WOT LAB 2025-10-28</vt:lpstr>
      <vt:lpstr>Definitions</vt:lpstr>
      <vt:lpstr>Architecture scheme</vt:lpstr>
      <vt:lpstr>Wot lamp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Gregorio Monari - gregorio.monari@studio.unibo.it</dc:creator>
  <cp:lastModifiedBy>Gregorio Monari - gregorio.monari@studio.unibo.it</cp:lastModifiedBy>
  <cp:revision>6</cp:revision>
  <dcterms:created xsi:type="dcterms:W3CDTF">2025-10-28T13:16:24Z</dcterms:created>
  <dcterms:modified xsi:type="dcterms:W3CDTF">2025-10-28T13:51:44Z</dcterms:modified>
</cp:coreProperties>
</file>